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474D7-9C82-7840-3570-821F17A7B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BC17F0-EBAD-8551-13D6-87FA72A93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C3C7C-CC81-74AB-B0F9-B357071C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7032F-6D94-39BB-C1D8-27894AA1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D917B4-53B4-FE3A-E3A7-C32A2A7E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85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48ED7-0702-3E3A-3841-42BE3908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1024AA-B480-559C-47F6-CF6D28467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0DF915-55B2-91A5-888E-609B758F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071F6D-E0B1-C523-7842-06A8C326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01585-A592-E8E0-A547-04D500E5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22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7ECCA-941D-6C66-9D5D-E86EE4EE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AB4C7D-4EE0-DB92-92FA-227B1C2DC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F8E55-7C64-4189-3D70-EAFC5D18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A9B2D8-FFAE-8947-D27E-5846791D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9C3E1B-55BD-FB0C-E856-26D25E61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52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077C4-153A-B356-40EF-29928B96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AB0247-3971-45A4-3551-A1752F059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C896B3-286B-1CD9-8802-D26F1B225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64C50A-0FF4-E666-8A4C-26E48774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0F15AE-1717-1F6C-2AEA-9C4D1446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3084D5-3FD6-3FD0-6ADC-34A5744B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2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8C176-CD1F-2B9A-A47D-26DC117A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F3F2AE-AB94-8184-0386-9BFD23FA2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6156A9-C718-3044-7EF9-06C90C398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B9E07A-8A86-2FB3-E337-738031B65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E481DA-A71F-99F7-3ABF-BF7EEE1A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DF421F-6B49-DF9B-C2F9-2766E96F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5C3EEB4-6A22-B893-CDA1-FF950D09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95624B-951C-A1BC-4C78-AE2DA1FD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24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ED0E5-14A7-FC03-3C5D-1BD80FC6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23B0A5-9BD1-AE2B-7DB3-965AC71E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FF5B79-0D19-5AB5-46AB-4C30373C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6966F6-4B35-2638-C42D-4089010B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8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49F804-B78F-9484-4D4F-3C53D194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E80E5F-94E1-C884-7642-8237BAEC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8EE007-4AB2-1EF0-D4C4-B05F355C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1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08EA0-0DD7-C138-A74A-4C5073F2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AB696-960D-DEBD-4273-5808E1F4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9CD706-8B40-96C7-7BAD-4C8848312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7074B-EAE1-FA5D-32FA-544A7190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03D6B0-8720-9BC8-D307-1AA10191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E8966E-D82F-FFB7-CBCE-D31C80C8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98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BC6E1-DA7D-C79D-1128-E29C4C1D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80BC9D-09BD-CB81-F1A8-7984718D6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1F734A-1BE0-457A-31B4-DB8BEFC88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7905F-6CEC-03C6-6A4A-6831162E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5C0110-3DA4-C8D2-4D04-EC96409C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284C66-0B19-CA2C-B5B1-C375E83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16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6AD19-2003-50EF-341D-C9C3E140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960E53-85E9-D826-76D4-4BA145016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CBCB5F-23E3-8AFE-F906-FAC18020F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DB1A7-8DB7-73A8-6940-04DB43ED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DC364D-7D15-E8E3-4828-96873082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4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DD572F0-73A1-8A2E-E793-A2C082F27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62A8E0-9893-4E43-3D1F-F5970469A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19ADE-539B-8551-8CCF-EB8777D8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F433D-9581-C486-4D31-E3ABEB98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C864E-49FF-5357-4D4C-2F2FBA30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39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5F431-334F-CD61-AA78-93E5C540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0589C3-6B16-66E3-5623-F0E69AC52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00B65-C796-0B4D-C3CF-9E547130C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BB065-3C01-134B-86CE-DCF8D044566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74D85-9883-A46F-F360-4245FD28B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1CA70-04A0-52CC-6A96-8437B469D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469EE-29E6-AC44-86EB-6A95240BE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32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signup?ref_cta=Sign+up&amp;ref_loc=header+logged+out&amp;ref_page=%2F&amp;source=header-hom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EB485-4101-2444-09C7-E739EA58A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Создаем свой сайт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8B23F-B354-DCC9-D2DC-83020DD32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87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04CAD-0292-4FD2-CFC9-5B95055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- </a:t>
            </a:r>
            <a:r>
              <a:rPr lang="ru-RU" dirty="0"/>
              <a:t>бесплатный сервер для сайта во Всемирной паутине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150C7-9303-EA19-872E-349DEAEC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 Переходим на </a:t>
            </a:r>
            <a:r>
              <a:rPr lang="en" dirty="0">
                <a:hlinkClick r:id="rId2"/>
              </a:rPr>
              <a:t>https://github.com/signup?ref_cta=Sign+up&amp;ref_loc=header+logged+out&amp;ref_page=%2F&amp;source=header-home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 вводим свои данные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28DD5E-DBF1-439E-08DE-D1B9C3D5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86" y="3635298"/>
            <a:ext cx="5453654" cy="2986602"/>
          </a:xfrm>
          <a:prstGeom prst="rect">
            <a:avLst/>
          </a:prstGeom>
        </p:spPr>
      </p:pic>
      <p:sp>
        <p:nvSpPr>
          <p:cNvPr id="6" name="Стрелка вправо 5">
            <a:extLst>
              <a:ext uri="{FF2B5EF4-FFF2-40B4-BE49-F238E27FC236}">
                <a16:creationId xmlns:a16="http://schemas.microsoft.com/office/drawing/2014/main" id="{59A65622-11B4-F268-71C5-D957DF6F4434}"/>
              </a:ext>
            </a:extLst>
          </p:cNvPr>
          <p:cNvSpPr/>
          <p:nvPr/>
        </p:nvSpPr>
        <p:spPr>
          <a:xfrm>
            <a:off x="6096000" y="4650059"/>
            <a:ext cx="1286107" cy="3679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3B3FB7-23DF-77AC-CF97-5CCCAECF1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995" y="3362092"/>
            <a:ext cx="2097215" cy="331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9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BDA54-4026-2C06-51FC-16210D47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 Создаем структуру сайта – нажать на </a:t>
            </a:r>
            <a:r>
              <a:rPr lang="en-US" dirty="0"/>
              <a:t>New repository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FA4151A-940A-4F8B-A032-1D9109F71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005" y="1773135"/>
            <a:ext cx="8852210" cy="3311730"/>
          </a:xfrm>
        </p:spPr>
      </p:pic>
    </p:spTree>
    <p:extLst>
      <p:ext uri="{BB962C8B-B14F-4D97-AF65-F5344CB8AC3E}">
        <p14:creationId xmlns:p14="http://schemas.microsoft.com/office/powerpoint/2010/main" val="362745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A8108-1710-496F-5CAE-237DE771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  </a:t>
            </a:r>
            <a:r>
              <a:rPr lang="en-US" dirty="0" err="1"/>
              <a:t>С</a:t>
            </a:r>
            <a:r>
              <a:rPr lang="ru-RU" dirty="0" err="1"/>
              <a:t>оздать</a:t>
            </a:r>
            <a:r>
              <a:rPr lang="ru-RU" dirty="0"/>
              <a:t> 2 разных репозитория  </a:t>
            </a:r>
            <a:br>
              <a:rPr lang="ru-RU" dirty="0"/>
            </a:br>
            <a:r>
              <a:rPr lang="ru-RU" dirty="0"/>
              <a:t>(нажимать </a:t>
            </a:r>
            <a:r>
              <a:rPr lang="ru-RU" dirty="0" err="1"/>
              <a:t>C</a:t>
            </a:r>
            <a:r>
              <a:rPr lang="en-US" dirty="0" err="1"/>
              <a:t>reate</a:t>
            </a:r>
            <a:r>
              <a:rPr lang="en-US" dirty="0"/>
              <a:t> repository</a:t>
            </a:r>
            <a:r>
              <a:rPr lang="ru-RU" dirty="0"/>
              <a:t>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E8461F-B1F5-2639-66FD-DE29AB86A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286" y="1769869"/>
            <a:ext cx="4688608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79ABEC-6FF9-A450-1464-491D62D49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793" y="1690688"/>
            <a:ext cx="4437082" cy="454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6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5949-072D-0C01-5FEA-F5D10A6C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</a:t>
            </a:r>
            <a:r>
              <a:rPr lang="en-US" dirty="0"/>
              <a:t> </a:t>
            </a:r>
            <a:r>
              <a:rPr lang="ru-RU" dirty="0"/>
              <a:t>Добавить файл в репозиторий – открыть страницу репозитория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2DE1F30-0904-24B2-EDFD-2CE7280CF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839" y="1690688"/>
            <a:ext cx="10515600" cy="2628900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9C76C6-9D35-4EEE-FB9D-CE3CEDF5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5529533"/>
            <a:ext cx="2133600" cy="584200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73E106A-515B-3998-09F3-8B9034814DDD}"/>
              </a:ext>
            </a:extLst>
          </p:cNvPr>
          <p:cNvSpPr txBox="1">
            <a:spLocks/>
          </p:cNvSpPr>
          <p:nvPr/>
        </p:nvSpPr>
        <p:spPr>
          <a:xfrm>
            <a:off x="637478" y="41082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5 На странице репозитория нажать на ссылку</a:t>
            </a:r>
          </a:p>
        </p:txBody>
      </p:sp>
    </p:spTree>
    <p:extLst>
      <p:ext uri="{BB962C8B-B14F-4D97-AF65-F5344CB8AC3E}">
        <p14:creationId xmlns:p14="http://schemas.microsoft.com/office/powerpoint/2010/main" val="81097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143E2E-33C0-7EE7-8786-75848E922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 Из Вашей домашней папки загрузить презентацию </a:t>
            </a:r>
            <a:r>
              <a:rPr lang="ru-RU" dirty="0" err="1"/>
              <a:t>СетьВводный.p</a:t>
            </a:r>
            <a:r>
              <a:rPr lang="en-US" dirty="0" err="1"/>
              <a:t>ptx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02758CB-0891-AB3B-7BA8-AE60D109A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3903"/>
            <a:ext cx="10515600" cy="4279524"/>
          </a:xfr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6EB3CF-778F-CEDF-F506-8DA40E166A66}"/>
              </a:ext>
            </a:extLst>
          </p:cNvPr>
          <p:cNvSpPr txBox="1">
            <a:spLocks/>
          </p:cNvSpPr>
          <p:nvPr/>
        </p:nvSpPr>
        <p:spPr>
          <a:xfrm>
            <a:off x="838200" y="6066263"/>
            <a:ext cx="10515600" cy="791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7 </a:t>
            </a:r>
            <a:r>
              <a:rPr lang="ru-RU" dirty="0"/>
              <a:t>Нажать </a:t>
            </a:r>
            <a:r>
              <a:rPr lang="en-US" dirty="0"/>
              <a:t>Commit Changes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12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40942-CA88-48FD-5718-185DAF69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</a:t>
            </a:r>
            <a:r>
              <a:rPr lang="en-US" dirty="0" err="1"/>
              <a:t>Д</a:t>
            </a:r>
            <a:r>
              <a:rPr lang="ru-RU" dirty="0" err="1"/>
              <a:t>олжно</a:t>
            </a:r>
            <a:r>
              <a:rPr lang="ru-RU" dirty="0"/>
              <a:t> получиться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348FB91-E475-3D36-E08F-EED239E77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408" y="1825625"/>
            <a:ext cx="8929184" cy="4351338"/>
          </a:xfrm>
        </p:spPr>
      </p:pic>
    </p:spTree>
    <p:extLst>
      <p:ext uri="{BB962C8B-B14F-4D97-AF65-F5344CB8AC3E}">
        <p14:creationId xmlns:p14="http://schemas.microsoft.com/office/powerpoint/2010/main" val="2706722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F84A2-3C5A-8CFD-F4EF-3BE587B0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ru-RU" dirty="0"/>
              <a:t> Нажать </a:t>
            </a:r>
            <a:r>
              <a:rPr lang="ru-RU" dirty="0" err="1"/>
              <a:t>A</a:t>
            </a:r>
            <a:r>
              <a:rPr lang="en-US" dirty="0"/>
              <a:t>dd file </a:t>
            </a:r>
            <a:r>
              <a:rPr lang="en-US" dirty="0" err="1"/>
              <a:t>и</a:t>
            </a:r>
            <a:r>
              <a:rPr lang="ru-RU" dirty="0"/>
              <a:t> добавить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A82C9C-7C25-A58F-7EE2-C3A5A45A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CBE061-972E-ACD4-1F47-45282612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61" y="1825625"/>
            <a:ext cx="8940572" cy="291937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B3E843A-C493-30E4-8860-8165CF28BD0F}"/>
              </a:ext>
            </a:extLst>
          </p:cNvPr>
          <p:cNvSpPr txBox="1">
            <a:spLocks/>
          </p:cNvSpPr>
          <p:nvPr/>
        </p:nvSpPr>
        <p:spPr>
          <a:xfrm>
            <a:off x="912435" y="4744996"/>
            <a:ext cx="10515600" cy="729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10 Вместо </a:t>
            </a:r>
            <a:r>
              <a:rPr lang="en-US" dirty="0"/>
              <a:t>Name your file </a:t>
            </a:r>
            <a:r>
              <a:rPr lang="ru-RU" dirty="0"/>
              <a:t>ввести </a:t>
            </a:r>
            <a:r>
              <a:rPr lang="ru-RU" dirty="0" err="1"/>
              <a:t>i</a:t>
            </a:r>
            <a:r>
              <a:rPr lang="en-US" dirty="0" err="1"/>
              <a:t>ndex.html</a:t>
            </a:r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0DF3888-8E54-2ED6-9FB7-E5C486203604}"/>
              </a:ext>
            </a:extLst>
          </p:cNvPr>
          <p:cNvSpPr txBox="1">
            <a:spLocks/>
          </p:cNvSpPr>
          <p:nvPr/>
        </p:nvSpPr>
        <p:spPr>
          <a:xfrm>
            <a:off x="912435" y="52028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11</a:t>
            </a:r>
            <a:r>
              <a:rPr lang="ru-RU" dirty="0"/>
              <a:t> Нажать</a:t>
            </a:r>
            <a:r>
              <a:rPr lang="en-US" dirty="0"/>
              <a:t> Commit changes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31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1C6D7-B6B3-062F-7C0B-2AF9BFC6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</a:t>
            </a:r>
            <a:r>
              <a:rPr lang="ru-RU" dirty="0"/>
              <a:t> Превращаем репозиторий в 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9B773-E358-BB76-10EA-E51D663B5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Нажимаем на вкладку </a:t>
            </a:r>
            <a:r>
              <a:rPr lang="en-US" dirty="0"/>
              <a:t>Settings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Выбираем слева </a:t>
            </a:r>
            <a:r>
              <a:rPr lang="ru-RU" dirty="0" err="1"/>
              <a:t>P</a:t>
            </a:r>
            <a:r>
              <a:rPr lang="en-US" dirty="0"/>
              <a:t>ages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CE155C4D-6A0D-469A-2AC1-51A26CB21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4005"/>
            <a:ext cx="10515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4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2338A-B673-FB0B-D09F-CC9E7143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</a:t>
            </a:r>
            <a:r>
              <a:rPr lang="en-US" dirty="0" err="1"/>
              <a:t>У</a:t>
            </a:r>
            <a:r>
              <a:rPr lang="ru-RU" dirty="0" err="1"/>
              <a:t>станавливаем</a:t>
            </a:r>
            <a:r>
              <a:rPr lang="ru-RU" dirty="0"/>
              <a:t> как на картинке ниже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D74709A-9CC9-4F11-F01F-2F519847B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393" y="1825625"/>
            <a:ext cx="10139213" cy="4351338"/>
          </a:xfrm>
        </p:spPr>
      </p:pic>
    </p:spTree>
    <p:extLst>
      <p:ext uri="{BB962C8B-B14F-4D97-AF65-F5344CB8AC3E}">
        <p14:creationId xmlns:p14="http://schemas.microsoft.com/office/powerpoint/2010/main" val="242955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8679F-8147-CF3D-5C87-9919BE76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 </a:t>
            </a:r>
            <a:r>
              <a:rPr lang="ru-RU" dirty="0"/>
              <a:t>Нажимаем на </a:t>
            </a:r>
            <a:r>
              <a:rPr lang="en-US" dirty="0"/>
              <a:t>Visit site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DB9F85-36A5-8CE5-0CDC-BEB4650AF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Получаем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8AA04F-8286-848A-56E3-CFB0B470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59688"/>
            <a:ext cx="10930037" cy="10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9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532B7-4741-EB68-00B3-61FFEC57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 </a:t>
            </a:r>
            <a:r>
              <a:rPr lang="ru-RU" dirty="0"/>
              <a:t>Отредактируйте файл </a:t>
            </a:r>
            <a:r>
              <a:rPr lang="ru-RU" dirty="0" err="1"/>
              <a:t>i</a:t>
            </a:r>
            <a:r>
              <a:rPr lang="en-US" dirty="0" err="1"/>
              <a:t>ndex.html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2AEEAE-8B68-C9A8-184A-E3F8A3717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16 </a:t>
            </a:r>
            <a:r>
              <a:rPr lang="ru-RU" dirty="0"/>
              <a:t>Нажмите </a:t>
            </a:r>
            <a:r>
              <a:rPr lang="en-US" dirty="0" err="1"/>
              <a:t>Commite</a:t>
            </a:r>
            <a:r>
              <a:rPr lang="en-US" dirty="0"/>
              <a:t> Changes</a:t>
            </a:r>
          </a:p>
          <a:p>
            <a:pPr marL="0" indent="0">
              <a:buNone/>
            </a:pPr>
            <a:r>
              <a:rPr lang="en-US" dirty="0"/>
              <a:t>17 </a:t>
            </a:r>
            <a:r>
              <a:rPr lang="ru-RU" dirty="0"/>
              <a:t>Снова нажмите </a:t>
            </a:r>
            <a:r>
              <a:rPr lang="ru-RU" dirty="0" err="1"/>
              <a:t>C</a:t>
            </a:r>
            <a:r>
              <a:rPr lang="en-US" dirty="0" err="1"/>
              <a:t>ommite</a:t>
            </a:r>
            <a:r>
              <a:rPr lang="en-US" dirty="0"/>
              <a:t> Changes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3B105B-F9AA-1F5E-2DB2-29A2C41E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886568" cy="27768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A4E7C0-35B1-EC09-1F74-797835AC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412" y="3879371"/>
            <a:ext cx="2819744" cy="2885738"/>
          </a:xfrm>
          <a:prstGeom prst="rect">
            <a:avLst/>
          </a:prstGeom>
        </p:spPr>
      </p:pic>
      <p:sp>
        <p:nvSpPr>
          <p:cNvPr id="8" name="Стрелка вправо 7">
            <a:extLst>
              <a:ext uri="{FF2B5EF4-FFF2-40B4-BE49-F238E27FC236}">
                <a16:creationId xmlns:a16="http://schemas.microsoft.com/office/drawing/2014/main" id="{32D74CBB-6097-FDF2-CCAE-54670AD4345C}"/>
              </a:ext>
            </a:extLst>
          </p:cNvPr>
          <p:cNvSpPr/>
          <p:nvPr/>
        </p:nvSpPr>
        <p:spPr>
          <a:xfrm>
            <a:off x="6561438" y="5560541"/>
            <a:ext cx="2567974" cy="148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83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AE3A3-78FF-B6B5-1EDE-A51BA291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18 </a:t>
            </a:r>
            <a:r>
              <a:rPr lang="en-US" dirty="0" err="1"/>
              <a:t>И</a:t>
            </a:r>
            <a:r>
              <a:rPr lang="ru-RU" dirty="0" err="1"/>
              <a:t>зменения</a:t>
            </a:r>
            <a:r>
              <a:rPr lang="ru-RU" dirty="0"/>
              <a:t> наступят не сразу – подождите до 5 минут и снова откройте 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AF016E-77D5-889E-8DA6-CE18B1D36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Получилось увидеть две ссылки на файлы с русским и английским названием? </a:t>
            </a:r>
            <a:endParaRPr lang="en-US" dirty="0"/>
          </a:p>
          <a:p>
            <a:r>
              <a:rPr lang="ru-RU" dirty="0"/>
              <a:t>С русским названием в имени ссылка не будет работать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379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68701-C366-B656-14BF-046A92F3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 </a:t>
            </a:r>
            <a:r>
              <a:rPr lang="ru-RU" dirty="0"/>
              <a:t>Добавьте </a:t>
            </a:r>
            <a:r>
              <a:rPr lang="ru-RU" b="1" dirty="0">
                <a:solidFill>
                  <a:srgbClr val="C00000"/>
                </a:solidFill>
              </a:rPr>
              <a:t>одного</a:t>
            </a:r>
            <a:r>
              <a:rPr lang="ru-RU" dirty="0"/>
              <a:t> пользователя к своему проекту для совместной работы в облаке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08A262-952B-A133-EC2F-D1693193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46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Нажимаете </a:t>
            </a:r>
            <a:r>
              <a:rPr lang="en-US" dirty="0"/>
              <a:t>Add people </a:t>
            </a:r>
            <a:r>
              <a:rPr lang="ru-RU" dirty="0"/>
              <a:t>и добавляете имя пользователя с </a:t>
            </a:r>
            <a:r>
              <a:rPr lang="en-US" dirty="0"/>
              <a:t>GitHub</a:t>
            </a:r>
            <a:r>
              <a:rPr lang="ru-RU" dirty="0"/>
              <a:t> (не адрес электронной почты 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2644DB-6F86-E71E-A44E-FA10CDA9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2" y="2818078"/>
            <a:ext cx="7772400" cy="36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1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F73BC-1845-EA09-DB5E-22C2D4B7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16 Партнер подключается к Вашему сайту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BFDC25-370D-B307-E51E-17F0F96C3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Создает строку в </a:t>
            </a:r>
            <a:r>
              <a:rPr lang="en-US" dirty="0" err="1"/>
              <a:t>index.html</a:t>
            </a:r>
            <a:r>
              <a:rPr lang="en-US" dirty="0"/>
              <a:t> – </a:t>
            </a:r>
            <a:r>
              <a:rPr lang="ru-RU" dirty="0"/>
              <a:t>это общий сайт</a:t>
            </a:r>
          </a:p>
        </p:txBody>
      </p:sp>
    </p:spTree>
    <p:extLst>
      <p:ext uri="{BB962C8B-B14F-4D97-AF65-F5344CB8AC3E}">
        <p14:creationId xmlns:p14="http://schemas.microsoft.com/office/powerpoint/2010/main" val="379664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256</Words>
  <Application>Microsoft Macintosh PowerPoint</Application>
  <PresentationFormat>Широкоэкранный</PresentationFormat>
  <Paragraphs>49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Создаем свой сайт</vt:lpstr>
      <vt:lpstr>GitHub - бесплатный сервер для сайта во Всемирной паутине</vt:lpstr>
      <vt:lpstr>2 Создаем структуру сайта – нажать на New repository</vt:lpstr>
      <vt:lpstr>3  Создать 2 разных репозитория   (нажимать Create repository)</vt:lpstr>
      <vt:lpstr>4 Добавить файл в репозиторий – открыть страницу репозитория</vt:lpstr>
      <vt:lpstr>6 Из Вашей домашней папки загрузить презентацию СетьВводный.pptx</vt:lpstr>
      <vt:lpstr>8 Должно получиться</vt:lpstr>
      <vt:lpstr>9 Нажать Add file и добавить код</vt:lpstr>
      <vt:lpstr>12 Превращаем репозиторий в сайт</vt:lpstr>
      <vt:lpstr>13 Устанавливаем как на картинке ниже</vt:lpstr>
      <vt:lpstr>14 Нажимаем на Visit site </vt:lpstr>
      <vt:lpstr>15 Отредактируйте файл index.html</vt:lpstr>
      <vt:lpstr>18 Изменения наступят не сразу – подождите до 5 минут и снова откройте сайт</vt:lpstr>
      <vt:lpstr>15 Добавьте одного пользователя к своему проекту для совместной работы в облаке</vt:lpstr>
      <vt:lpstr>16 Партнер подключается к Вашему сайту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Создаем свой сайт</dc:title>
  <dc:creator>Елена Демидова</dc:creator>
  <cp:lastModifiedBy>Елена Демидова</cp:lastModifiedBy>
  <cp:revision>42</cp:revision>
  <dcterms:created xsi:type="dcterms:W3CDTF">2025-11-16T06:58:14Z</dcterms:created>
  <dcterms:modified xsi:type="dcterms:W3CDTF">2025-11-16T13:44:56Z</dcterms:modified>
</cp:coreProperties>
</file>